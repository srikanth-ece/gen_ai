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17c2ed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17c2ed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d04ca03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d04ca03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04ca03d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d04ca03d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04ca03d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04ca03d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04ca03d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d04ca03d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04ca03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d04ca03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04ca03d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d04ca03d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17075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17075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04ca03d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04ca03d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04ca03d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d04ca03d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04ca03d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d04ca03d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d04ca03d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d04ca03d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04ca03d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04ca03d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a slide with Team: META-HACKS | Lead: RAGHUL G&#10;Members: NANDHA KUMAR C S, SANJAY T M, VISHNU VARDHAN A, SRIKANTH M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 – ABSTRACT &amp; NEED OF GENERATIVE AI&#10;Abstract&#10;&#10;EDU-BOT is an AI-powered educational chatbot developed using Generative AI techniques to provide accurate, context-aware answers to education-related queries. The system uses a curated dataset and Retrieval-Augmented Generation (RAG) to ensure reliable responses instead of generic AI guesses.&#10;&#10;The chatbot supports students by delivering instant, simple, and understandable answers through an interactive web interface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ed of Generative AI&#10;&#10;Traditional chatbots provide static and rule-based responses&#10;&#10;Students require instant, personalized, and accurate explanations&#10;&#10;Generative AI can:&#10;&#10;Understand natural language&#10;&#10;Generate human-like responses&#10;&#10;Learn from contextual data&#10;&#10;Helps reduce dependency on manual teaching support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 – PROBLEM STATEMENT SOLVED USING GEN AI&#10;Problem Statement&#10;&#10;Students often face difficulty in finding accurate and relevant educational answers from online sources. Existing AI chatbots may hallucinate or provide incorrect information.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7475"/>
            <a:ext cx="9144002" cy="5103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y GenAI is Used&#10;&#10;To understand student queries in natural language&#10;&#10;To generate meaningful and easy-to-understand answers&#10;&#10;To improve interaction compared to traditional search engines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google gemini 2.5 flash into google gemini 3 flash preview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all slides more attractive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